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begrüssen und sagen: Wir zeigen heute unser Projekt SuperLottoMatch, das den Lottomatch-Prozess digitalisiert.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erklären: Ausgangslage aus dem Projektauftrag. Zettel und Excel bleiben mühsam, vor allem beim Abgleich während des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 für die Bewertung: Rahmenbedingungen zeigen. Fokus liegt auf Einfachheit, Geschwindigkeit und Web-Fähigkeit.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die Idee verständlich erklären: Es ist keine komplizierte Admin-Software, sondern ein einfacher Ablauf für einen echten Vereinsanlass.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Dieser Ablauf sollte in der Live-Demo genau gleich gezeigt werden. Kurz halten und nicht alle Details erklären.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erklären: Frontend zeigt die Oberfläche, Backend verarbeitet Logik, Datenbank speichert Gäste und Teilnahmen.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nicht zu technisch werden. Nur zeigen, dass die Struktur logisch ist und zur Bewertung Clean Code / Struktur passt.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der Scrum-Teil für die Bewertung. Kurz Beispiele nennen: Backlog, Board, User Stories und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kann Benji seinen eigenen Beitrag nennen. Nicht zu lange, aber klar sagen, was du selbst gemacht hast.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 der Präsentation Demo testen. Am besten Dummy-Gäste vorbereiten, damit kein echtes Datenproblem entsteht.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verbindet die Bewertung direkt mit der Präsentation. Lehrer sieht dadurch die vier geforderten Aspekte.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Sauber abschliessen: Kurz sagen, was gut lief, was man gelernt hat und welche Verbesserungen als nächstes sinnvoll wären.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Diese Folie muss normalerweise nicht lange präsentiert werden, ist aber gut für Nachvollziehbarkeit.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L_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abbitglauser/super-lottomatch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SuperLottoMatch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3232" y="1847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Abschlusspräsentation - M426 Software mit agilen Methoden entwickeln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13232" y="230428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Digitale Gratis-Verlosung und Gästeverwaltung für den Lottomatch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944368"/>
            <a:ext cx="1645920" cy="310896"/>
          </a:xfrm>
          <a:prstGeom prst="roundRect">
            <a:avLst/>
          </a:prstGeom>
          <a:solidFill>
            <a:srgbClr val="F8C34A"/>
          </a:solidFill>
          <a:ln>
            <a:solidFill>
              <a:srgbClr val="F8C34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GIBZ · Schulprojekt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78608" y="2944368"/>
            <a:ext cx="2011680" cy="310896"/>
          </a:xfrm>
          <a:prstGeom prst="roundRect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828"/>
                </a:solidFill>
              </a:rPr>
              <a:t>Teamarbeit mit Scrum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75320" y="914400"/>
            <a:ext cx="841248" cy="841248"/>
          </a:xfrm>
          <a:prstGeom prst="ellipse">
            <a:avLst/>
          </a:prstGeom>
          <a:solidFill>
            <a:srgbClr val="F8C34A"/>
          </a:solidFill>
          <a:ln>
            <a:solidFill>
              <a:srgbClr val="F8C3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81160" y="1664208"/>
            <a:ext cx="786384" cy="786384"/>
          </a:xfrm>
          <a:prstGeom prst="ellipse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222992" y="1024128"/>
            <a:ext cx="950976" cy="950976"/>
          </a:xfrm>
          <a:prstGeom prst="ellipse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915400" y="2788920"/>
            <a:ext cx="1051560" cy="1051560"/>
          </a:xfrm>
          <a:prstGeom prst="ellipse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378440" y="2880360"/>
            <a:ext cx="859536" cy="859536"/>
          </a:xfrm>
          <a:prstGeom prst="ellipse">
            <a:avLst/>
          </a:prstGeom>
          <a:solidFill>
            <a:srgbClr val="FFE7E7"/>
          </a:solidFill>
          <a:ln>
            <a:solidFill>
              <a:srgbClr val="FFE7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Ausgangslage: viel manuelle Arbeit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Der alte Prozess war teilweise digitalisiert, aber noch stark abhängig von Papier und Excel.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417320" cy="749808"/>
          </a:xfrm>
          <a:prstGeom prst="roundRect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Zettel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ausfüllen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59152" y="2103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88920" y="1874520"/>
            <a:ext cx="1417320" cy="749808"/>
          </a:xfrm>
          <a:prstGeom prst="roundRect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Zettel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sammeln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25112" y="2103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874520"/>
            <a:ext cx="1691640" cy="749808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ID mit Excel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abgleichen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65392" y="2103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95160" y="1874520"/>
            <a:ext cx="1600200" cy="749808"/>
          </a:xfrm>
          <a:prstGeom prst="roundRect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Teilnahme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markieren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05088" y="210312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0" y="1874520"/>
            <a:ext cx="1417320" cy="749808"/>
          </a:xfrm>
          <a:prstGeom prst="roundRect">
            <a:avLst/>
          </a:prstGeom>
          <a:solidFill>
            <a:srgbClr val="FFE7E7"/>
          </a:solidFill>
          <a:ln>
            <a:solidFill>
              <a:srgbClr val="FFE7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Gewinner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ziehen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23774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399592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Problem 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4325112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Langsam bei vielen Gästen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611880" y="3886200"/>
            <a:ext cx="2606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39959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Problem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21608" y="4325112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Fehleranfällig durch manuellen Abgleich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537960" y="3886200"/>
            <a:ext cx="29260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399592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Problem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47688" y="4325112"/>
            <a:ext cx="2706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Neue und bekannte Gäste müssen schnell erfasst werden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005840" y="5321808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Über 80% der Gäste waren bereits im Vorjahr dabei - genau dort lohnt sich ein schneller Check-in.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 &amp; Rahmenbedingungen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Die Lösung soll den Prozess möglichst stark digitalisieren, aber trotzdem einfach bleiben.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914400" cy="566928"/>
          </a:xfrm>
          <a:prstGeom prst="ellipse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1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82880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Schnelle Erfassung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1031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344054"/>
                </a:solidFill>
              </a:rPr>
              <a:t>Neue Gäste sollen ihre Adresse ohne komplizierte Schritte erfassen können.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6355080" y="1554480"/>
            <a:ext cx="914400" cy="566928"/>
          </a:xfrm>
          <a:prstGeom prst="ellipse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2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06640" y="16459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Schneller Check-in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21031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344054"/>
                </a:solidFill>
              </a:rPr>
              <a:t>Bekannte Gäste sollen über ID, QR-Code oder Suche schnell gefunden werden.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914400" cy="566928"/>
          </a:xfrm>
          <a:prstGeom prst="ellipse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3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828800" y="3886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Einfach für den Kunden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434340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344054"/>
                </a:solidFill>
              </a:rPr>
              <a:t>Der Kunde hat keine Informatik-Kenntnisse und soll die App direkt nutzen können.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6355080" y="3794760"/>
            <a:ext cx="914400" cy="566928"/>
          </a:xfrm>
          <a:prstGeom prst="ellipse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4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7406640" y="38862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Web &amp; betriebssystemunabhängig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434340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344054"/>
                </a:solidFill>
              </a:rPr>
              <a:t>Die App soll auf Laptop und Smartphone funktionieren, ohne spezielle Installation.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Projektidee: eine Web-App für den Lottomatch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Aus Papier + Excel wird ein geführter digitaler Ablauf.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2880360" cy="960120"/>
          </a:xfrm>
          <a:prstGeom prst="roundRect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Gast-App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für Anmeldung &amp; Check-in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17720" y="1508760"/>
            <a:ext cx="2880360" cy="96012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Admin-Dashboard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für Verwaltung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1508760"/>
            <a:ext cx="2880360" cy="960120"/>
          </a:xfrm>
          <a:prstGeom prst="roundRect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Auslosung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für Gratis-Verlosung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46177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27355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Was die App löst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0704" y="3685032"/>
            <a:ext cx="43251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Gäste können schneller erfasst werden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Bekannte Gäste können direkt eingecheckt werden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Daten liegen zentral statt in mehreren Zetteln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Die Auslosung wird digital unterstützt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1078992" y="4965192"/>
            <a:ext cx="4288536" cy="36576"/>
          </a:xfrm>
          <a:prstGeom prst="rect">
            <a:avLst/>
          </a:prstGeom>
          <a:solidFill>
            <a:srgbClr val="20B26B"/>
          </a:solidFill>
          <a:ln w="12700">
            <a:solidFill>
              <a:srgbClr val="20B2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3154680"/>
            <a:ext cx="39776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327355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Wichtig für Benutzer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84264" y="3685032"/>
            <a:ext cx="368503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Die Bedienung muss simpel bleiben, weil viele Gäste älter als 40 sind und der Kunde keine Informatik-Kenntnisse hat.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702552" y="4965192"/>
            <a:ext cx="3648456" cy="36576"/>
          </a:xfrm>
          <a:prstGeom prst="rect">
            <a:avLst/>
          </a:prstGeom>
          <a:solidFill>
            <a:srgbClr val="F8C34A"/>
          </a:solidFill>
          <a:ln w="12700">
            <a:solidFill>
              <a:srgbClr val="F8C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Flow: vom Gast bis zur Verlosung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Der wichtigste Ablauf für die Demo und für das Resultat.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508760" cy="914400"/>
          </a:xfrm>
          <a:prstGeom prst="roundRect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Gast kommt 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04288" y="22402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0" y="1920240"/>
            <a:ext cx="1783080" cy="914400"/>
          </a:xfrm>
          <a:prstGeom prst="roundRect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QR scannen oder suchen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36008" y="22402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74920" y="1920240"/>
            <a:ext cx="1600200" cy="91440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Adresse prüfen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84848" y="22402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920240"/>
            <a:ext cx="1783080" cy="914400"/>
          </a:xfrm>
          <a:prstGeom prst="roundRect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Teilnahme speichern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16568" y="22402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55480" y="1920240"/>
            <a:ext cx="1600200" cy="914400"/>
          </a:xfrm>
          <a:prstGeom prst="roundRect">
            <a:avLst/>
          </a:prstGeom>
          <a:solidFill>
            <a:srgbClr val="FFE7E7"/>
          </a:solidFill>
          <a:ln>
            <a:solidFill>
              <a:srgbClr val="FFE7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Auslosung starten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794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Neue Gäste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7947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4054"/>
                </a:solidFill>
              </a:rPr>
              <a:t>Formular ausfüllen → speichern → direkt als Teilnehmer markieren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4434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Bekannte Gäste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44348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44054"/>
                </a:solidFill>
              </a:rPr>
              <a:t>QR-Code / ID / Suche → schneller Check-in ohne neues Formular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Technische Umsetzung: Architektur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Frontend, Backend und Datenbank sind sauber getrennt.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103120" cy="91440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Next.js + React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46120" y="21579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03320" y="1828800"/>
            <a:ext cx="2103120" cy="914400"/>
          </a:xfrm>
          <a:prstGeom prst="roundRect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REST 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FastAPI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35040" y="21579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2103120" cy="914400"/>
          </a:xfrm>
          <a:prstGeom prst="roundRect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Datenbank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MySQL 8.0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3840480"/>
            <a:ext cx="2103120" cy="914400"/>
          </a:xfrm>
          <a:prstGeom prst="roundRect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Deployment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Vercel + Render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3840480"/>
            <a:ext cx="2103120" cy="914400"/>
          </a:xfrm>
          <a:prstGeom prst="roundRect">
            <a:avLst/>
          </a:prstGeom>
          <a:solidFill>
            <a:srgbClr val="FFE7E7"/>
          </a:solidFill>
          <a:ln>
            <a:solidFill>
              <a:srgbClr val="FFE7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CI/CD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2103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Code Repo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4169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35040" y="4169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555955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Vorteil: Die Web-App kann auf verschiedenen Geräten genutzt werden und ist gut erweiterbar.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 &amp; Projektstruktur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Die gewählten Technologien passen zu einer webbasierten, betriebssystemunabhängigen Lösung.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468880" cy="1051560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270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856232"/>
            <a:ext cx="2249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Next.js, React, TypeScript, Tailwind CSS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611880" y="1417320"/>
            <a:ext cx="2468880" cy="1051560"/>
          </a:xfrm>
          <a:prstGeom prst="roundRect">
            <a:avLst/>
          </a:prstGeom>
          <a:solidFill>
            <a:srgbClr val="D9FBE8"/>
          </a:solidFill>
          <a:ln w="12700">
            <a:solidFill>
              <a:srgbClr val="D9F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15270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21608" y="1856232"/>
            <a:ext cx="2249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Python, FastAPI, SQLAlchemy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2468880" cy="105156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15270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Datenbank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56248" y="1856232"/>
            <a:ext cx="22494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MySQL 8.0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281160" y="1417320"/>
            <a:ext cx="2011680" cy="1051560"/>
          </a:xfrm>
          <a:prstGeom prst="roundRect">
            <a:avLst/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0888" y="1527048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CI/CD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90888" y="1856232"/>
            <a:ext cx="17922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GitHub Actions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1828"/>
                </a:solidFill>
              </a:rPr>
              <a:t>super-lottomatch/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5669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frontend/              Guest App + Admin Dashboard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backend/               FastAPI REST API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docs/                  Projektdokumentation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├── .github/workflows/     CI/CD Pipeline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4405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└── docker-compose.yml     Lokale Entwicklung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995160" y="3136392"/>
            <a:ext cx="3794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3255264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Warum diese Struktur?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41464" y="3666744"/>
            <a:ext cx="3502152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Frontend und Backend sind getrennt. Dadurch bleibt der Code übersichtlich und jedes Teammitglied kann gezielter an seinem Bereich arbeiten.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7159752" y="4535424"/>
            <a:ext cx="3465576" cy="36576"/>
          </a:xfrm>
          <a:prstGeom prst="rect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Methodische Umsetzung: Scrum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Wir haben das Projekt in Rollen, Events und Artefakte aufgeteilt.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828800" cy="804672"/>
          </a:xfrm>
          <a:prstGeom prst="roundRect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Sprint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Planning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07792" y="20848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0" y="1828800"/>
            <a:ext cx="1645920" cy="804672"/>
          </a:xfrm>
          <a:prstGeom prst="roundRect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Daily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Scrum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93792" y="20848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623560" y="1828800"/>
            <a:ext cx="1737360" cy="804672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Sprint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25512" y="20848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955280" y="1828800"/>
            <a:ext cx="1828800" cy="804672"/>
          </a:xfrm>
          <a:prstGeom prst="roundRect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Retrospektive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948672" y="208483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378440" y="1828800"/>
            <a:ext cx="1188720" cy="804672"/>
          </a:xfrm>
          <a:prstGeom prst="roundRect">
            <a:avLst/>
          </a:prstGeom>
          <a:solidFill>
            <a:srgbClr val="FFE7E7"/>
          </a:solidFill>
          <a:ln>
            <a:solidFill>
              <a:srgbClr val="FFE7E7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Nächster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Sprint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3657600"/>
            <a:ext cx="4617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8136" y="377647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Scrum-Artefakte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06424" y="4187952"/>
            <a:ext cx="432511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Product Backlog · Sprint Backlog · Scrum Board · User Stories · Inkrement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124712" y="4690872"/>
            <a:ext cx="4288536" cy="36576"/>
          </a:xfrm>
          <a:prstGeom prst="rect">
            <a:avLst/>
          </a:prstGeom>
          <a:solidFill>
            <a:srgbClr val="F8C34A"/>
          </a:solidFill>
          <a:ln w="12700">
            <a:solidFill>
              <a:srgbClr val="F8C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3657600"/>
            <a:ext cx="42519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4536" y="3776472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Nutzen für uns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92824" y="4187952"/>
            <a:ext cx="3959352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Wir konnten Aufgaben priorisieren, Fortschritt sichtbar machen und Probleme früher erkennen.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611112" y="4690872"/>
            <a:ext cx="3922776" cy="36576"/>
          </a:xfrm>
          <a:prstGeom prst="rect">
            <a:avLst/>
          </a:prstGeom>
          <a:solidFill>
            <a:srgbClr val="20B26B"/>
          </a:solidFill>
          <a:ln w="12700">
            <a:solidFill>
              <a:srgbClr val="20B2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Rollen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Die Rollen waren klar verteilt, damit das Team organisiert arbeiten konnte.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2468880" cy="1115568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270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8408" y="1856232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Sammy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Anforderungen und Prioritäten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3611880" y="1417320"/>
            <a:ext cx="2468880" cy="1115568"/>
          </a:xfrm>
          <a:prstGeom prst="roundRect">
            <a:avLst/>
          </a:prstGeom>
          <a:solidFill>
            <a:srgbClr val="D9FBE8"/>
          </a:solidFill>
          <a:ln w="12700">
            <a:solidFill>
              <a:srgbClr val="D9FB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15270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Scrum Master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721608" y="1856232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Amarah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Scrum-Prozess und Meetings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2468880" cy="1115568"/>
          </a:xfrm>
          <a:prstGeom prst="roundRect">
            <a:avLst/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5270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Developer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64808" y="1856232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Benji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Mobile Frontend / UI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098280" y="1417320"/>
            <a:ext cx="2468880" cy="1115568"/>
          </a:xfrm>
          <a:prstGeom prst="roundRect">
            <a:avLst/>
          </a:prstGeom>
          <a:solidFill>
            <a:srgbClr val="EEE9FF"/>
          </a:solidFill>
          <a:ln w="12700">
            <a:solidFill>
              <a:srgbClr val="EEE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8008" y="152704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Developer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08008" y="1856232"/>
            <a:ext cx="2249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Oddy &amp; Florian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344054"/>
                </a:solidFill>
              </a:rPr>
              <a:t>Umsetzung weiterer Bereiche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1005840" y="3429000"/>
            <a:ext cx="4572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3547872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Meine Arbeit in der Präsentation erwähnen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2144" y="3959352"/>
            <a:ext cx="427939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Mobile Ansicht und responsive Oberflächen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Scanner-, Such- und Check-in-Flows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UI-Polishing passend zum Desktop Design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Zusammenarbeit über Branches und Reviews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1170432" y="5285232"/>
            <a:ext cx="4242816" cy="36576"/>
          </a:xfrm>
          <a:prstGeom prst="rect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429000"/>
            <a:ext cx="41148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354787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Teamarbeit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47104" y="3959352"/>
            <a:ext cx="3822192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Wir haben Aufgaben im Sprint Board geplant und umgesetzt. Änderungen wurden über GitHub versioniert und zusammengeführt.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65392" y="5285232"/>
            <a:ext cx="3785616" cy="36576"/>
          </a:xfrm>
          <a:prstGeom prst="rect">
            <a:avLst/>
          </a:prstGeom>
          <a:solidFill>
            <a:srgbClr val="20B26B"/>
          </a:solidFill>
          <a:ln w="12700">
            <a:solidFill>
              <a:srgbClr val="20B2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Live-Demo: was wir zeigen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Die Demo sollte kurz, sicher und genau nach Ablauf gezeigt werden.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914400" cy="566928"/>
          </a:xfrm>
          <a:prstGeom prst="ellipse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1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874520" y="14173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Startseite / Gast-App öffnen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914400" cy="566928"/>
          </a:xfrm>
          <a:prstGeom prst="ellipse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2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874520" y="23042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Bekannten Gast suchen oder QR-Code scannen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099816"/>
            <a:ext cx="914400" cy="566928"/>
          </a:xfrm>
          <a:prstGeom prst="ellipse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3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874520" y="319125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Teilnahme bestätigen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986784"/>
            <a:ext cx="914400" cy="566928"/>
          </a:xfrm>
          <a:prstGeom prst="ellipse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4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1874520" y="40782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Neuen Gast erfassen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873752"/>
            <a:ext cx="914400" cy="566928"/>
          </a:xfrm>
          <a:prstGeom prst="ellipse">
            <a:avLst/>
          </a:prstGeom>
          <a:solidFill>
            <a:srgbClr val="FFE7E7"/>
          </a:solidFill>
          <a:ln>
            <a:solidFill>
              <a:srgbClr val="FFE7E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</a:rPr>
              <a:t>5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1874520" y="49651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Admin-Dashboard und Auslosung zeigen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0" y="1920240"/>
            <a:ext cx="41148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03911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Tipp für die Präsentation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9984" y="2450592"/>
            <a:ext cx="3822192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Eine Live-Demo wirkt stark. Falls etwas nicht lädt, direkt mit vorbereiteten Screenshots oder lokalem Server weitermachen.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6748272" y="3410712"/>
            <a:ext cx="3785616" cy="36576"/>
          </a:xfrm>
          <a:prstGeom prst="rect">
            <a:avLst/>
          </a:prstGeom>
          <a:solidFill>
            <a:srgbClr val="F8C34A"/>
          </a:solidFill>
          <a:ln w="12700">
            <a:solidFill>
              <a:srgbClr val="F8C3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3931920"/>
            <a:ext cx="4114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4050792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Nicht vergessen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9984" y="4462272"/>
            <a:ext cx="3822192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Am Ende klar sagen, welche Anforderungen erfüllt wurden und was noch verbessert werden könnte.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748272" y="5148072"/>
            <a:ext cx="3785616" cy="36576"/>
          </a:xfrm>
          <a:prstGeom prst="rect">
            <a:avLst/>
          </a:prstGeom>
          <a:solidFill>
            <a:srgbClr val="20B26B"/>
          </a:solidFill>
          <a:ln w="12700">
            <a:solidFill>
              <a:srgbClr val="20B2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Resultat &amp; Bewertungspunkte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Die Schlusspräsentation soll vier Punkte klar abdecken.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2240280" cy="914400"/>
          </a:xfrm>
          <a:prstGeom prst="roundRect">
            <a:avLst/>
          </a:prstGeom>
          <a:solidFill>
            <a:srgbClr val="FFF3C4"/>
          </a:solidFill>
          <a:ln>
            <a:solidFill>
              <a:srgbClr val="FFF3C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Projektidee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Warum diese App?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600200"/>
            <a:ext cx="2331720" cy="914400"/>
          </a:xfrm>
          <a:prstGeom prst="roundRect">
            <a:avLst/>
          </a:prstGeom>
          <a:solidFill>
            <a:srgbClr val="D9FBE8"/>
          </a:solidFill>
          <a:ln>
            <a:solidFill>
              <a:srgbClr val="D9FBE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Technische Umsetzung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Wie ist sie gebaut?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2331720" cy="91440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Scrum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Wie haben wir gearbeitet?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052560" y="1600200"/>
            <a:ext cx="2103120" cy="914400"/>
          </a:xfrm>
          <a:prstGeom prst="roundRect">
            <a:avLst/>
          </a:prstGeom>
          <a:solidFill>
            <a:srgbClr val="EEE9FF"/>
          </a:solidFill>
          <a:ln>
            <a:solidFill>
              <a:srgbClr val="EEE9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Resultat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Was funktioniert?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383280"/>
            <a:ext cx="461772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3502152"/>
            <a:ext cx="4361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Erfüllte Projektziele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144" y="3913632"/>
            <a:ext cx="4325112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Digitale Gästeverwaltung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Schneller Check-in bekannter Gäste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Einfache Erfassung neuer Gäste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Web-App statt Betriebssystem-Abhängigkeit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Grundlage für digitale Auslosung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1170432" y="5148072"/>
            <a:ext cx="4288536" cy="36576"/>
          </a:xfrm>
          <a:prstGeom prst="rect">
            <a:avLst/>
          </a:prstGeom>
          <a:solidFill>
            <a:srgbClr val="20B26B"/>
          </a:solidFill>
          <a:ln w="12700">
            <a:solidFill>
              <a:srgbClr val="20B2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3383280"/>
            <a:ext cx="397764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350215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Was wir gelernt haben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9984" y="3913632"/>
            <a:ext cx="3685032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Agile Planung hilft nur, wenn Aufgaben klein genug sind. Bei Web-Projekten sind Demo, Tests und Deployment genauso wichtig wie der Code.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748272" y="5148072"/>
            <a:ext cx="3648456" cy="36576"/>
          </a:xfrm>
          <a:prstGeom prst="rect">
            <a:avLst/>
          </a:prstGeom>
          <a:solidFill>
            <a:srgbClr val="2E90FA"/>
          </a:solidFill>
          <a:ln w="12700">
            <a:solidFill>
              <a:srgbClr val="2E90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Fazit &amp; Ausblick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Das Projekt erfüllt den Kernnutzen und kann später weiter ausgebaut werden.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46634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6696" y="1627632"/>
            <a:ext cx="4407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Fazit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4984" y="2039112"/>
            <a:ext cx="437083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SuperLottoMatch ersetzt den mühsamen Papier- und Excel-Prozess durch einen klaren digitalen Ablauf. Dadurch wird der Lottomatch für Mitglieder schneller und übersichtlicher.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1033272" y="3044952"/>
            <a:ext cx="4334256" cy="36576"/>
          </a:xfrm>
          <a:prstGeom prst="rect">
            <a:avLst/>
          </a:prstGeom>
          <a:solidFill>
            <a:srgbClr val="20B26B"/>
          </a:solidFill>
          <a:ln w="12700">
            <a:solidFill>
              <a:srgbClr val="20B2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08760"/>
            <a:ext cx="42062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62763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Mögliche Verbesserungen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47104" y="2039112"/>
            <a:ext cx="3913632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E-Mail-Marketing später ergänzen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Statistiken über Teilnehmer anzeigen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Offline-Modus für schlechte Verbindung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Mehr Tests und bessere Fehlerseiten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344054"/>
                </a:solidFill>
              </a:rPr>
              <a:t>• Mobile UI weiter verbessern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565392" y="3456432"/>
            <a:ext cx="3877056" cy="36576"/>
          </a:xfrm>
          <a:prstGeom prst="rect">
            <a:avLst/>
          </a:prstGeom>
          <a:solidFill>
            <a:srgbClr val="F8C34A"/>
          </a:solidFill>
          <a:ln w="12700">
            <a:solidFill>
              <a:srgbClr val="F8C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4709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Danke für eure Aufmerksamkeit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4754880" y="53766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67085"/>
                </a:solidFill>
              </a:rPr>
              <a:t>Fragen?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Quellen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Für die Präsentation verwendete Grundlagen.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738360" y="3840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44054"/>
                </a:solidFill>
              </a:rPr>
              <a:t>SuperLottoMatch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Projektauftrag M426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054"/>
                </a:solidFill>
              </a:rPr>
              <a:t>GIBZ Projektauftrag: Ausgangslage, Ziel, Rahmenbedingungen und Bewertungskriterien.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GitHub Repository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4054"/>
                </a:solidFill>
              </a:rPr>
              <a:t>rabbitglauser/super-lottomatch: README mit Team, Tech Stack, Projektstruktur und Live Links.</a:t>
            </a:r>
            <a:endParaRPr lang="en-US" sz="135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914400" y="3703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2E90F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https://github.com/rabbitglauser/super-lottomatch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GIBZ / M426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SuperLottoMatch Abschlusspräsentation</dc:title>
  <dc:subject>Abschlusspräsentation M426 SuperLottoMatch</dc:subject>
  <dc:creator>OpenAI</dc:creator>
  <cp:lastModifiedBy>OpenAI</cp:lastModifiedBy>
  <cp:revision>1</cp:revision>
  <dcterms:created xsi:type="dcterms:W3CDTF">2026-06-15T19:36:52Z</dcterms:created>
  <dcterms:modified xsi:type="dcterms:W3CDTF">2026-06-15T19:36:52Z</dcterms:modified>
</cp:coreProperties>
</file>